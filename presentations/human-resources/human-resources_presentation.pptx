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F87"/>
                </a:solidFill>
              </a:defRPr>
            </a:pPr>
            <a:r>
              <a:t>Montana State Human Resources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Supporting Montana's Greatest Asset: State Employees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Presentation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Excellence in public service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Integrity and transparency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Employee well-being and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Equity and inclusion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Innovation and continuous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Who We Serve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12,000+ employees across Montana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20+ state agencies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Diverse workforce serving all Montanans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Recruitment and hiring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Policy guidance and interpretation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Classification and compensation services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Career opportunities in public service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Public policy information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Government transparency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Employee Assistance Program (EAP)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Confidential emotional support and counseling (6 free sessions)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Work-life balance resources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Financial planning and guidance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Legal consultation and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Online will preparation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EAP Services - Comprehensive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Anxiety, depression, and stress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Grief, loss, and life adjustments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Relationship and marital counseling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Substance abuse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Child care and elder care referrals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Moving and relocation assistance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Pet care resources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Event planning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Retirement planning and tax guidance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Mortgage and insurance assistance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Budgeting and debt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Identity theft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EAP - Mental Health &amp; Wellness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7-step science-based stress management program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Workplace stress reduction tools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Evidence-based mental health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Self-care platform with guided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Mindfulness and meditation resources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Sleep improvement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Anxiety and depression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24/7 crisis counseling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Critical incident stress management (CISM)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On-site team support following traumatic events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planning resources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Training &amp; Professional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Management training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Supervisory skills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Coaching and mentoring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Communication and conflict resolution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 management and productivity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Ethical leadership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ADA and accessibility compliance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Harassment prevention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Diversity and inclusion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and emergency preparedness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Free webinars and workshops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Online training library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Certificate programs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Governor's Awards for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259 employees</a:t>
            </a:r>
            <a:r>
              <a:t> recognized for exceptional service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4 Outstanding Service Awards</a:t>
            </a:r>
            <a:r>
              <a:t> for extraordinary contributions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Celebrating dedication across all state agencies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Individual excellence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Team achievements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Innovation and creativity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Customer service excellence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Community 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Interagency Committee for Change by Women (ICCW)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Equal employment opportunities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development for women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Work-life balance initiatives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Sexual harassment prevention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Leadership advancement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Excellence in Leadership Awards</a:t>
            </a:r>
            <a:r>
              <a:t> - Celebrating women leaders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Take Our Daughters &amp; Sons to Work Day</a:t>
            </a:r>
            <a:r>
              <a:t> - Inspiring future generations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Mentoring programs</a:t>
            </a:r>
            <a:r>
              <a:t> - Building supportive networks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Community engagement</a:t>
            </a:r>
            <a:r>
              <a:t> - Supporting Montana families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Workplace Equity &amp; Inclusion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Anti-discrimination policies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Harassment prevention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Complaint resolution procedures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ADA accommodations and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Recruiting diverse talent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Tribal employment partnerships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Veterans employment preference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Disability employment preference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Digital accessibility training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Reasonable accommodations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Assistive technology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Equal access to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Comprehensive Leave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Annual vacation leave accrual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11 paid state holidays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Floating holiday options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Family and Medical Leave Act (FMLA)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Maternity and parental leave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Sick leave and sick leave fund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Dependent care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Military leave for service members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Jury duty and witness leave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Disaster and emergency leave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Leave without pay options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Telework policy and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Compressed work schedules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Part-time opportunities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Employee Benefits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Medical, dental, and vision insurance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Health savings accounts (HSA)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Employee wellness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Fitness and recreation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Retirement plans (PERS/TRS)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 insurance options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Disability insurance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Deferred compensation plans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Education and training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dues reimbursement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Licensing and certification fees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Tuition assistance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Employee Assistance Program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Flexible spending accounts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Commuter benefits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Employee recognition programs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Classification &amp; Compensation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Market-competitive salaries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Performance-based advancement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Annual pay plan reviews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Transparent classification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Position description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Job analysis and evaluation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Reclassification reviews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Appeals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Regular pay audits (2016 study completed)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Gender pay equity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Market rate comparisons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Salary survey participation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Recruitment &amp; Hiring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Online job postings and applications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Statewide recruitment campaigns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Internship and student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Volunteer opportunities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Background screening services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Reference checking guidance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Interview training for managers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Onboarding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Veterans preference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Disability employment preference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internships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Seasonal and temporary positions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Resume and application assistance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Interview preparation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Career counseling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Transfer and promotion opportunities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Performance &amp; Employee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Annual evaluation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Goal setting and feedback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improvement plans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Probationary period guidance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Employee incentive awards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Service recognition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Team achievement awards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Innovation and excellence awards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Grievance procedures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Mediation services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Complaint investigation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Discipline guidance for managers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Probation coaching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Reasonable accommodation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Return-to-work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Transition assistance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Safety &amp; Wellness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OSHA compliance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Emergency preparedness training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AED (defibrillator) program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Ergonomic assessments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Injury reporting and claims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Early return-to-work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Modified duty coordination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training and prevention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Health screenings and assessments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Fitness challenges and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Mental health awareness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Substance abuse prevention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Critical incident support teams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Disaster response planning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Employee support during crises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Continuity of operations planning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Statewide HR Systems &amp;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Integrated payroll and HR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Employee self-service portal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 and attendance tracking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Benefits enrollment and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Modern HR technology platforms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Mobile access to HR services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Automated workflows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analytics and reporting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assistance for employees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training and guidance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Troubleshooting and problem resolution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 documentation and resources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Policies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Ethics and standards of conduct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Political activity guidelines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Drug and alcohol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Permitted concealed carry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Telework and remote 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Travel and reimbursement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Policy interpretation and guidance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Manager training and resources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Regular policy updates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Legal consultation coordination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Policy knowledge base (online)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Fact sheets and guides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Forms and templates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Training materials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State Employee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Annual charitable fundraising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Supporting Montana nonprofits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Payroll deduction options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Volunteer opportunities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Health awareness months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Fitness challenges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Mental health initiatives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Work-life balance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State employee associations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Affinity groups and committees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Mentoring circles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Leadership development cohorts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How to Access State HR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Website:</a:t>
            </a:r>
            <a:r>
              <a:t> hr.mt.gov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Employee self-service portal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Policy knowledge base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Online training library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Forms and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Main Line:</a:t>
            </a:r>
            <a:r>
              <a:t> 406-444-3871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EAP 24/7:</a:t>
            </a:r>
            <a:r>
              <a:t> 844-506-5374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TTY: Dial 711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Department-specific extensions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Mitchell Building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125 North Roberts Street, Helena, MT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Office hours: Monday-Friday, 8am-5pm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Appointments recommended for consultations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Contact State Human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Phone: 406-444-3871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Email: statehr.custhelp.com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Website: hr.mt.gov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EAP:</a:t>
            </a:r>
            <a:r>
              <a:t> 844-506-5374 (24/7)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Classification:</a:t>
            </a:r>
            <a:r>
              <a:t> 406-444-3947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Benefits:</a:t>
            </a:r>
            <a:r>
              <a:t> benefits.mt.gov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Labor Relations:</a:t>
            </a:r>
            <a:r>
              <a:t> laborrelations.mt.gov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Mitchell Building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125 North Roberts Street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Helena, MT 59601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[Get Directions](https://www.google.com/maps/place/Mitchell+Building)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Key Resources &amp;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Employee self-service portal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Pay stubs and W-2 forms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Benefits enrollment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Training opportunities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Job postings and promotions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Manager toolkit and resources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Hiring and recruitment guides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management tools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Employee relations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Budget and position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Current job openings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Application tips and resources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Career path information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Internship opportunities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State HR By the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12,000+ state employees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20+ state agencies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56 counties served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100+ job classifications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250+ training sessions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1,500+ recruitment actions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500+ classification reviews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10,000+ HR consultations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259 Governor's Award recipients (2025)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6,000+ EAP counseling sessions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$1M+ in charitable giving (SECGC)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35+ years of ICCW service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Our Commitment to Montana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Attract and retain talented public servants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Support employee growth and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Promote workplace equity and inclusion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Provide comprehensive benefits and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Foster innovation and excellence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Build healthy, safe work environments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Recognize and celebrate achievements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Phone:</a:t>
            </a:r>
            <a:r>
              <a:t> 406-444-3871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Website:</a:t>
            </a:r>
            <a:r>
              <a:t> hr.mt.gov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b="1"/>
              <a:t>Location:</a:t>
            </a:r>
            <a:r>
              <a:t> 125 North Roberts St, Helena, MT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ICCW Facebook: facebook.com/montanaICCW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Stay informed about programs and opportunities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F87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